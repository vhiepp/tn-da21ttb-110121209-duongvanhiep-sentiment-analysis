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B7DA3F-2391-40E1-BBE1-5BC64BB0DCDB}">
          <p14:sldIdLst>
            <p14:sldId id="256"/>
          </p14:sldIdLst>
        </p14:section>
        <p14:section name="Body" id="{1B9D7128-194D-4FFA-895B-7199127650EE}">
          <p14:sldIdLst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533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5" autoAdjust="0"/>
    <p:restoredTop sz="94598" autoAdjust="0"/>
  </p:normalViewPr>
  <p:slideViewPr>
    <p:cSldViewPr snapToGrid="0">
      <p:cViewPr varScale="1">
        <p:scale>
          <a:sx n="117" d="100"/>
          <a:sy n="117" d="100"/>
        </p:scale>
        <p:origin x="20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158F7-4B1B-432F-97DD-86161B7B4351}" type="datetimeFigureOut">
              <a:rPr lang="en-AU" smtClean="0"/>
              <a:t>2/09/2025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2A79F-59E5-49B9-A316-22BCC94F975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014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2A79F-59E5-49B9-A316-22BCC94F9756}" type="slidenum">
              <a:rPr lang="en-AU" smtClean="0"/>
              <a:t>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11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2A79F-59E5-49B9-A316-22BCC94F9756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354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62C55-8F3C-835A-935F-BF67B4199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437354-8E7A-0FF7-04A2-FFECF8202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A59B1-D59B-F2B7-EC8E-FFDA3EA33E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…</a:t>
            </a:r>
          </a:p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….</a:t>
            </a:r>
          </a:p>
          <a:p>
            <a:r>
              <a:rPr lang="en-US" dirty="0"/>
              <a:t>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0BDD9-7C30-3451-3632-5F6351163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2A79F-59E5-49B9-A316-22BCC94F9756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3788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DF7F-9C52-0EB9-CECA-96C714F7F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D0423-4DFC-A985-C022-E0A876ED2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67F75-B7B9-4A8B-16FB-7958EE558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…</a:t>
            </a:r>
          </a:p>
          <a:p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….</a:t>
            </a:r>
          </a:p>
          <a:p>
            <a:r>
              <a:rPr lang="en-US" dirty="0"/>
              <a:t>….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5B2E4-1767-7BFF-FAE2-2AF5518CE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2A79F-59E5-49B9-A316-22BCC94F975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753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C269-A818-2E42-080B-AE52357E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24253-6E52-30FF-1412-575C7E6752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0A5F7-188B-349E-DA7B-BA371A5B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BBBA9-7FA0-4BE4-8F04-92472A33ED22}" type="datetime1">
              <a:rPr lang="en-AU" smtClean="0"/>
              <a:t>2/09/2025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701EA-36CB-748F-FA83-8F519F744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8244-48A3-CB37-F507-87CB47170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91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4B9EE-6A2F-EAC4-7C16-EC9CA298F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F1F84-2AB7-EEB1-D124-922B0358A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FB11-BB70-75FF-B392-B2C77241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00AE7-E8FF-4927-98BF-867B14D6459F}" type="datetime1">
              <a:rPr lang="en-AU" smtClean="0"/>
              <a:t>2/09/2025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938B6-6CB7-2CE2-CE2A-1DBDA62E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54541-4F17-CD05-9D0D-B2E1F2A3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278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DF4F9-9F31-8C70-C3D3-F5BB05BE9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AB0EC-7418-4254-5170-73F32C724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254C-7726-67A4-A7F4-6642CD82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E545-433C-4248-BA07-B45BCF609E6D}" type="datetime1">
              <a:rPr lang="en-AU" smtClean="0"/>
              <a:t>2/09/2025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36924-0D1A-B337-AA13-6691FCA9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85711-A453-870D-7D55-1E90898E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8236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81B9-6886-CA1E-1AE9-4844599BC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4D813-0048-572E-A857-75CFF0AC8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06DF0-C971-6883-96D5-3FB15E3DBF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81C3C-2BC5-FFAA-7479-9467921B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7EC2-CCBC-4CD1-881F-C10752CFBB2D}" type="datetime1">
              <a:rPr lang="en-AU" smtClean="0"/>
              <a:t>2/09/2025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13511-7CC2-52FC-3859-6693738D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4292A-6FC0-A4E5-EDC5-51B6B76B8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1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41892-B8AA-73AA-D8C5-8C597400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298A9-6249-553E-B3BC-D756B920C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07D12-615E-ACDB-5771-267211DCA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F5EDD-83D9-2D7E-A47C-23413EB7F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BB3286-FB8A-5E1D-10E6-3F9A080F7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5894A-B55B-809A-0E07-E59EEED0F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1FD46-124E-43B3-95A0-7F08E34F5829}" type="datetime1">
              <a:rPr lang="en-AU" smtClean="0"/>
              <a:t>2/09/2025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D03B6-5ABC-F10E-347A-FEC7D8A2D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32F8E0-8029-3406-15F3-2BC4BB82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68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56E65-9257-4DAA-989E-E9BFC3C8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3ADA2-9157-0640-FEE9-E598FCDB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920B-BC95-4378-91F3-B9259F5138B6}" type="datetime1">
              <a:rPr lang="en-AU" smtClean="0"/>
              <a:t>2/09/2025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618CD-A076-0678-9C9E-909FBE8D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3F353-043F-0D18-A13C-B7B34738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265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4A17D-D58A-5546-3B18-B3725E9A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C22CF-5BE4-42DA-838A-CB91C3ABBA07}" type="datetime1">
              <a:rPr lang="en-AU" smtClean="0"/>
              <a:t>2/09/2025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1A884-0E02-0879-D1A1-5CD4B300C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C66FF-E7F0-030F-7376-9C7C8E2A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0708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5E08-4010-F441-543A-E739C84A1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D173F-4647-9DA8-3C78-F65341B4E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14A77-8CFC-B9D3-4CFF-A9C1BE895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0054B-DEB8-3435-1F0C-615ECC015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736B-9FE1-4417-B95D-22EF47749343}" type="datetime1">
              <a:rPr lang="en-AU" smtClean="0"/>
              <a:t>2/09/2025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E799B-9B94-5D1B-F2FA-B3D03BED3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8E96B-B909-5FD4-436A-67FB9E051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439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A5D6E-A3BB-2CD3-3D99-9B5FF875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F0721C-C3DE-EE46-846D-A79BBEC50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AF031-08E6-8BDA-14BB-968FA0488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033F4-FCD2-84E7-9DA4-3961DDBA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E44F-9EBC-4872-B08B-08D7E0E11A83}" type="datetime1">
              <a:rPr lang="en-AU" smtClean="0"/>
              <a:t>2/09/2025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B56F5-A035-D88B-301D-B95F439FB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CEF64-8C79-39CB-0D82-91EED0B09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07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34A2-C788-B6B5-E57B-517B62FC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B2093-29DD-E64B-BEF6-A45178A35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10453-0258-7226-C788-EC3BDB56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251AA-B4A0-49F3-9766-915F64A70B62}" type="datetime1">
              <a:rPr lang="en-AU" smtClean="0"/>
              <a:t>2/09/2025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82347-94EC-E816-F6BA-C477FD5C5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935AA-EB81-AEAD-3F83-C033B8F1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119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42E50F-F22E-63E6-78D7-EFCA5784A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CC860-9F56-C34D-4229-4298F8C6F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7EA38-89F1-27CC-C083-5B1C2BE25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0115E-3D8A-4DAA-87FA-D3DD73D050DC}" type="datetime1">
              <a:rPr lang="en-AU" smtClean="0"/>
              <a:t>2/09/2025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63B92-ADAE-45A0-A0E6-63AB17F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6A429-2277-DF3D-7AB6-9FAE8712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60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BF07B8-E016-AC55-2AB1-6746D43A37B5}"/>
              </a:ext>
            </a:extLst>
          </p:cNvPr>
          <p:cNvSpPr/>
          <p:nvPr userDrawn="1"/>
        </p:nvSpPr>
        <p:spPr>
          <a:xfrm>
            <a:off x="2895600" y="228600"/>
            <a:ext cx="6400800" cy="6400800"/>
          </a:xfrm>
          <a:prstGeom prst="rect">
            <a:avLst/>
          </a:prstGeom>
          <a:blipFill dpi="0" rotWithShape="1">
            <a:blip r:embed="rId13">
              <a:alphaModFix amt="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6B0E1-9E7F-1492-DEE4-8760C5D6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55374-AE63-F136-FC33-8130421A2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C30DE-80AB-B8C8-051A-2FE75A86F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A594CD-256C-4B5B-A5E3-932D9DC43440}" type="datetime1">
              <a:rPr lang="en-AU" smtClean="0"/>
              <a:t>2/09/2025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349BA-7C2F-C851-CA38-B16DB6185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3264D-FEA9-9801-3CD3-93F6229DA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ACA90-E1C3-4C19-87AA-D4513B3BCE17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960397-B4A7-9B2C-C9BD-B2CC7993C86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35" b="91521"/>
          <a:stretch>
            <a:fillRect/>
          </a:stretch>
        </p:blipFill>
        <p:spPr>
          <a:xfrm>
            <a:off x="0" y="6765925"/>
            <a:ext cx="12192000" cy="9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9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05DB3-B159-E31B-C1F7-63722E7D6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214" y="3169091"/>
            <a:ext cx="9587571" cy="1458280"/>
          </a:xfrm>
        </p:spPr>
        <p:txBody>
          <a:bodyPr>
            <a:noAutofit/>
          </a:bodyPr>
          <a:lstStyle/>
          <a:p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Nhận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xúc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tiếng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Việt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000" b="1" dirty="0" err="1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5000" b="1" dirty="0">
                <a:solidFill>
                  <a:srgbClr val="05338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NLP</a:t>
            </a:r>
            <a:endParaRPr lang="en-AU" sz="5000" b="1" dirty="0">
              <a:solidFill>
                <a:srgbClr val="05338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F5B1E-1CA5-6E47-A24C-3B970BC67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6323" y="2315134"/>
            <a:ext cx="8799351" cy="10387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cs typeface="Arial" panose="020B0604020202020204" pitchFamily="34" charset="0"/>
              </a:rPr>
              <a:t>BÁO CÁO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cs typeface="Arial" panose="020B0604020202020204" pitchFamily="34" charset="0"/>
              </a:rPr>
              <a:t>KHÓA LUẬN TỐT NGHIỆP</a:t>
            </a:r>
            <a:endParaRPr lang="en-AU" b="1" dirty="0"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738A5-7603-E0CC-6F2E-3383359E38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195" y="1041605"/>
            <a:ext cx="1038708" cy="1038708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286185-8E11-F0F4-B66E-994BE542D48F}"/>
              </a:ext>
            </a:extLst>
          </p:cNvPr>
          <p:cNvSpPr txBox="1"/>
          <p:nvPr/>
        </p:nvSpPr>
        <p:spPr>
          <a:xfrm>
            <a:off x="5576644" y="2053919"/>
            <a:ext cx="991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 9001:2015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1F16EE-5C1A-BE30-1BE5-7716B1C84704}"/>
              </a:ext>
            </a:extLst>
          </p:cNvPr>
          <p:cNvSpPr txBox="1"/>
          <p:nvPr/>
        </p:nvSpPr>
        <p:spPr>
          <a:xfrm>
            <a:off x="1302214" y="4932202"/>
            <a:ext cx="4936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: </a:t>
            </a:r>
            <a:r>
              <a:rPr lang="en-US" b="1" dirty="0"/>
              <a:t>TS. Nguyễn </a:t>
            </a:r>
            <a:r>
              <a:rPr lang="en-US" b="1" dirty="0" err="1"/>
              <a:t>Nhứt</a:t>
            </a:r>
            <a:r>
              <a:rPr lang="en-US" b="1" dirty="0"/>
              <a:t> Lam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08DAE-00A5-67E2-9F16-346471A09862}"/>
              </a:ext>
            </a:extLst>
          </p:cNvPr>
          <p:cNvSpPr txBox="1"/>
          <p:nvPr/>
        </p:nvSpPr>
        <p:spPr>
          <a:xfrm>
            <a:off x="6591903" y="4932202"/>
            <a:ext cx="49360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:      </a:t>
            </a:r>
            <a:r>
              <a:rPr lang="en-US" b="1" dirty="0"/>
              <a:t>Dương Văn </a:t>
            </a:r>
            <a:r>
              <a:rPr lang="en-US" b="1" dirty="0" err="1"/>
              <a:t>Hiệp</a:t>
            </a:r>
            <a:endParaRPr lang="en-US" b="1" dirty="0"/>
          </a:p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             </a:t>
            </a:r>
            <a:r>
              <a:rPr lang="en-US" b="1" dirty="0"/>
              <a:t>110121209</a:t>
            </a:r>
          </a:p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:		        </a:t>
            </a:r>
            <a:r>
              <a:rPr lang="en-US" b="1" dirty="0"/>
              <a:t>DA21TTB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7BE3716-01A5-6410-7020-5442BE0F3F27}"/>
              </a:ext>
            </a:extLst>
          </p:cNvPr>
          <p:cNvSpPr txBox="1">
            <a:spLocks/>
          </p:cNvSpPr>
          <p:nvPr/>
        </p:nvSpPr>
        <p:spPr>
          <a:xfrm>
            <a:off x="1696324" y="193397"/>
            <a:ext cx="8799351" cy="1038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cs typeface="Arial" panose="020B0604020202020204" pitchFamily="34" charset="0"/>
              </a:rPr>
              <a:t>TRƯỜNG ĐẠI HỌC TRÀ VINH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AU" sz="2200" b="1" dirty="0">
                <a:cs typeface="Arial" panose="020B0604020202020204" pitchFamily="34" charset="0"/>
              </a:rPr>
              <a:t>TRƯỜNG KỸ THUẬT VÀ CÔNG NGHỆ</a:t>
            </a:r>
          </a:p>
        </p:txBody>
      </p:sp>
    </p:spTree>
    <p:extLst>
      <p:ext uri="{BB962C8B-B14F-4D97-AF65-F5344CB8AC3E}">
        <p14:creationId xmlns:p14="http://schemas.microsoft.com/office/powerpoint/2010/main" val="3055261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DC7BD-5577-1836-330F-9B6A7681B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1</a:t>
            </a:fld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ADE01E-C04B-268D-38A8-29187BBD7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983" b="88753"/>
          <a:stretch>
            <a:fillRect/>
          </a:stretch>
        </p:blipFill>
        <p:spPr>
          <a:xfrm>
            <a:off x="0" y="949333"/>
            <a:ext cx="3121950" cy="91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4B9551-2363-70A4-AD2B-5FCB6A76ECBF}"/>
              </a:ext>
            </a:extLst>
          </p:cNvPr>
          <p:cNvSpPr txBox="1"/>
          <p:nvPr/>
        </p:nvSpPr>
        <p:spPr>
          <a:xfrm>
            <a:off x="134696" y="364558"/>
            <a:ext cx="2446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300F8-68F9-FF45-3619-3FF5ED960370}"/>
              </a:ext>
            </a:extLst>
          </p:cNvPr>
          <p:cNvSpPr txBox="1"/>
          <p:nvPr/>
        </p:nvSpPr>
        <p:spPr>
          <a:xfrm>
            <a:off x="1358128" y="1832942"/>
            <a:ext cx="7595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TỔNG QUAN ĐỀ TÀI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E0572-74B2-B064-B929-63F9F2D7D9CC}"/>
              </a:ext>
            </a:extLst>
          </p:cNvPr>
          <p:cNvSpPr txBox="1"/>
          <p:nvPr/>
        </p:nvSpPr>
        <p:spPr>
          <a:xfrm>
            <a:off x="1358129" y="2633162"/>
            <a:ext cx="8081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II.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CƠ SỞ LÝ THUYẾT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52B722-7DB6-7448-59F4-54697242BB83}"/>
              </a:ext>
            </a:extLst>
          </p:cNvPr>
          <p:cNvSpPr txBox="1"/>
          <p:nvPr/>
        </p:nvSpPr>
        <p:spPr>
          <a:xfrm>
            <a:off x="1358129" y="4233602"/>
            <a:ext cx="8509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IV.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XÂY DỰNG ỨNG DỤNG THỬ NGHIỆM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61347-FAD6-D020-C1F5-D34FF6B49154}"/>
              </a:ext>
            </a:extLst>
          </p:cNvPr>
          <p:cNvSpPr txBox="1"/>
          <p:nvPr/>
        </p:nvSpPr>
        <p:spPr>
          <a:xfrm>
            <a:off x="1358129" y="3433382"/>
            <a:ext cx="7766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III.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HUẤN LUYỆN MÔ HÌNH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500CDA-9E3B-9575-1F05-A0345277871D}"/>
              </a:ext>
            </a:extLst>
          </p:cNvPr>
          <p:cNvSpPr txBox="1"/>
          <p:nvPr/>
        </p:nvSpPr>
        <p:spPr>
          <a:xfrm>
            <a:off x="1358129" y="5034836"/>
            <a:ext cx="7766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V.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KẾT LUẬN VÀ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27639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BBB80-9CEB-0966-664B-BE49E3B6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46F36-3B87-7255-4A45-F439C388A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2</a:t>
            </a:fld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09D276-A6F2-D652-43BC-43CCBB1315DB}"/>
              </a:ext>
            </a:extLst>
          </p:cNvPr>
          <p:cNvSpPr txBox="1"/>
          <p:nvPr/>
        </p:nvSpPr>
        <p:spPr>
          <a:xfrm>
            <a:off x="134696" y="364558"/>
            <a:ext cx="11657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I. TỔNG QUAN ĐỀ TÀI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1DFC1-398B-0B65-C13A-F8CE6F01FD81}"/>
              </a:ext>
            </a:extLst>
          </p:cNvPr>
          <p:cNvSpPr txBox="1"/>
          <p:nvPr/>
        </p:nvSpPr>
        <p:spPr>
          <a:xfrm>
            <a:off x="134696" y="1237610"/>
            <a:ext cx="7595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1.1. Lý do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BAE425-9057-761A-DD1A-A51FDAC16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983" b="88753"/>
          <a:stretch>
            <a:fillRect/>
          </a:stretch>
        </p:blipFill>
        <p:spPr>
          <a:xfrm>
            <a:off x="0" y="949333"/>
            <a:ext cx="3121950" cy="91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BFCB67-06DD-FF86-971D-B6D79528B546}"/>
              </a:ext>
            </a:extLst>
          </p:cNvPr>
          <p:cNvSpPr txBox="1"/>
          <p:nvPr/>
        </p:nvSpPr>
        <p:spPr>
          <a:xfrm>
            <a:off x="485775" y="1834557"/>
            <a:ext cx="3181350" cy="4473991"/>
          </a:xfrm>
          <a:prstGeom prst="round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ới sự phát triển mạnh mẽ của các nền tảng thương mại điện tử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sắm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sắm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E8B9A-3579-4226-48B2-CF7258453F10}"/>
              </a:ext>
            </a:extLst>
          </p:cNvPr>
          <p:cNvSpPr txBox="1"/>
          <p:nvPr/>
        </p:nvSpPr>
        <p:spPr>
          <a:xfrm>
            <a:off x="4505325" y="1834556"/>
            <a:ext cx="3181350" cy="4473991"/>
          </a:xfrm>
          <a:prstGeom prst="round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Các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này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chăm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sóc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lấy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trọng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8CE52-98B4-F58C-6BEA-A2CA794EFFD2}"/>
              </a:ext>
            </a:extLst>
          </p:cNvPr>
          <p:cNvSpPr txBox="1"/>
          <p:nvPr/>
        </p:nvSpPr>
        <p:spPr>
          <a:xfrm>
            <a:off x="8524875" y="1834555"/>
            <a:ext cx="3181350" cy="4473991"/>
          </a:xfrm>
          <a:prstGeom prst="round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rất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ý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vì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vậy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tiễn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cửa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doanh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nghiệp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thu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lượng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lớn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đánh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vậy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một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xác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1CBFC9A-5A78-DB61-04EE-4758ACBDB2ED}"/>
              </a:ext>
            </a:extLst>
          </p:cNvPr>
          <p:cNvSpPr/>
          <p:nvPr/>
        </p:nvSpPr>
        <p:spPr>
          <a:xfrm>
            <a:off x="7745701" y="3872727"/>
            <a:ext cx="720148" cy="400110"/>
          </a:xfrm>
          <a:prstGeom prst="rightArrow">
            <a:avLst/>
          </a:prstGeom>
          <a:solidFill>
            <a:srgbClr val="FFCC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5D9263-8B2C-8A13-6CE0-57666435798B}"/>
              </a:ext>
            </a:extLst>
          </p:cNvPr>
          <p:cNvSpPr/>
          <p:nvPr/>
        </p:nvSpPr>
        <p:spPr>
          <a:xfrm>
            <a:off x="3726151" y="3872727"/>
            <a:ext cx="720148" cy="400110"/>
          </a:xfrm>
          <a:prstGeom prst="rightArrow">
            <a:avLst/>
          </a:prstGeom>
          <a:solidFill>
            <a:srgbClr val="FFCC00"/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71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AAFC-B292-6998-7724-747B2D4A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4B2A8-9BC7-9334-E069-567CABA9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CA90-E1C3-4C19-87AA-D4513B3BCE17}" type="slidenum">
              <a:rPr lang="en-AU" smtClean="0"/>
              <a:t>3</a:t>
            </a:fld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6B84D-B68E-DA92-D6C3-26AF1FBF2FEB}"/>
              </a:ext>
            </a:extLst>
          </p:cNvPr>
          <p:cNvSpPr txBox="1"/>
          <p:nvPr/>
        </p:nvSpPr>
        <p:spPr>
          <a:xfrm>
            <a:off x="134696" y="364558"/>
            <a:ext cx="116572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I. TỔNG QUAN ĐỀ TÀI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949B28-CF1C-0672-7003-C36F157630BF}"/>
              </a:ext>
            </a:extLst>
          </p:cNvPr>
          <p:cNvSpPr txBox="1"/>
          <p:nvPr/>
        </p:nvSpPr>
        <p:spPr>
          <a:xfrm>
            <a:off x="134696" y="1237610"/>
            <a:ext cx="75953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1.2.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91EAA-EF55-AA36-BD38-FC5FB3D2A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0983" b="88753"/>
          <a:stretch>
            <a:fillRect/>
          </a:stretch>
        </p:blipFill>
        <p:spPr>
          <a:xfrm>
            <a:off x="0" y="949333"/>
            <a:ext cx="3121950" cy="914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09618-3413-33E7-F719-E13D743F8733}"/>
              </a:ext>
            </a:extLst>
          </p:cNvPr>
          <p:cNvSpPr txBox="1"/>
          <p:nvPr/>
        </p:nvSpPr>
        <p:spPr>
          <a:xfrm>
            <a:off x="485775" y="1834557"/>
            <a:ext cx="3181350" cy="4473991"/>
          </a:xfrm>
          <a:prstGeom prst="round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vi-VN" sz="2000" dirty="0">
                <a:latin typeface="Arial" panose="020B0604020202020204" pitchFamily="34" charset="0"/>
                <a:cs typeface="Arial" panose="020B0604020202020204" pitchFamily="34" charset="0"/>
              </a:rPr>
              <a:t>ới sự phát triển mạnh mẽ của các nền tảng thương mại điện tử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sắm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sang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sắm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808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Roboto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312</Words>
  <Application>Microsoft Office PowerPoint</Application>
  <PresentationFormat>Widescreen</PresentationFormat>
  <Paragraphs>38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Roboto</vt:lpstr>
      <vt:lpstr>Times New Roman</vt:lpstr>
      <vt:lpstr>Office Theme</vt:lpstr>
      <vt:lpstr>Nhận diện cảm xúc từ văn bản tiếng Việt bằng mô hình NLP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VANHIEP</cp:lastModifiedBy>
  <cp:revision>129</cp:revision>
  <dcterms:created xsi:type="dcterms:W3CDTF">2025-08-31T05:07:06Z</dcterms:created>
  <dcterms:modified xsi:type="dcterms:W3CDTF">2025-09-02T16:07:35Z</dcterms:modified>
</cp:coreProperties>
</file>