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33B7DA3F-2391-40E1-BBE1-5BC64BB0DCDB}">
          <p14:sldIdLst>
            <p14:sldId id="256"/>
          </p14:sldIdLst>
        </p14:section>
        <p14:section name="Body" id="{1B9D7128-194D-4FFA-895B-7199127650EE}">
          <p14:sldIdLst>
            <p14:sldId id="257"/>
            <p14:sldId id="25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5338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974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660" y="96"/>
      </p:cViewPr>
      <p:guideLst/>
    </p:cSldViewPr>
  </p:slideViewPr>
  <p:notesTextViewPr>
    <p:cViewPr>
      <p:scale>
        <a:sx n="3" d="2"/>
        <a:sy n="3" d="2"/>
      </p:scale>
      <p:origin x="-6" y="-18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0158F7-4B1B-432F-97DD-86161B7B4351}" type="datetimeFigureOut">
              <a:rPr lang="en-AU" smtClean="0"/>
              <a:t>2/09/2025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DD2A79F-59E5-49B9-A316-22BCC94F975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050142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AU" dirty="0"/>
              <a:t>OK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D2A79F-59E5-49B9-A316-22BCC94F9756}" type="slidenum">
              <a:rPr lang="en-AU" smtClean="0"/>
              <a:t>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24112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13C269-A818-2E42-080B-AE52357E9E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C324253-6E52-30FF-1412-575C7E6752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D0A5F7-188B-349E-DA7B-BA371A5B12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2BBBA9-7FA0-4BE4-8F04-92472A33ED22}" type="datetime1">
              <a:rPr lang="en-AU" smtClean="0"/>
              <a:t>2/09/2025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7701EA-36CB-748F-FA83-8F519F7446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988244-48A3-CB37-F507-87CB471707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ACA90-E1C3-4C19-87AA-D4513B3BCE17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59107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C4B9EE-6A2F-EAC4-7C16-EC9CA298F9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8F1F84-2AB7-EEB1-D124-922B0358AB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9DFB11-BB70-75FF-B392-B2C7724168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00AE7-E8FF-4927-98BF-867B14D6459F}" type="datetime1">
              <a:rPr lang="en-AU" smtClean="0"/>
              <a:t>2/09/2025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2938B6-6CB7-2CE2-CE2A-1DBDA62E12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254541-4F17-CD05-9D0D-B2E1F2A3E4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ACA90-E1C3-4C19-87AA-D4513B3BCE17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527801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CDF4F9-9F31-8C70-C3D3-F5BB05BE98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2AB0EC-7418-4254-5170-73F32C7249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4B254C-7726-67A4-A7F4-6642CD82DF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B4E545-433C-4248-BA07-B45BCF609E6D}" type="datetime1">
              <a:rPr lang="en-AU" smtClean="0"/>
              <a:t>2/09/2025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336924-0D1A-B337-AA13-6691FCA9D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A85711-A453-870D-7D55-1E90898ED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ACA90-E1C3-4C19-87AA-D4513B3BCE17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182366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0B81B9-6886-CA1E-1AE9-4844599BCB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14D813-0048-572E-A857-75CFF0AC821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106DF0-C971-6883-96D5-3FB15E3DBF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581C3C-2BC5-FFAA-7479-9467921BB4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A07EC2-CCBC-4CD1-881F-C10752CFBB2D}" type="datetime1">
              <a:rPr lang="en-AU" smtClean="0"/>
              <a:t>2/09/2025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513511-7CC2-52FC-3859-6693738DBF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E4292A-6FC0-A4E5-EDC5-51B6B76B8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ACA90-E1C3-4C19-87AA-D4513B3BCE17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1167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041892-B8AA-73AA-D8C5-8C5974003A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6298A9-6249-553E-B3BC-D756B920CB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0307D12-615E-ACDB-5771-267211DCA5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DDF5EDD-83D9-2D7E-A47C-23413EB7FFF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EBB3286-FB8A-5E1D-10E6-3F9A080F7E1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8B5894A-B55B-809A-0E07-E59EEED0F2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91FD46-124E-43B3-95A0-7F08E34F5829}" type="datetime1">
              <a:rPr lang="en-AU" smtClean="0"/>
              <a:t>2/09/2025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FBD03B6-5ABC-F10E-347A-FEC7D8A2D0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632F8E0-8029-3406-15F3-2BC4BB8276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ACA90-E1C3-4C19-87AA-D4513B3BCE17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636826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B56E65-9257-4DAA-989E-E9BFC3C8E7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F43ADA2-9157-0640-FEE9-E598FCDBD2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46920B-BC95-4378-91F3-B9259F5138B6}" type="datetime1">
              <a:rPr lang="en-AU" smtClean="0"/>
              <a:t>2/09/2025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B7618CD-A076-0678-9C9E-909FBE8DBB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63F353-043F-0D18-A13C-B7B3473887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ACA90-E1C3-4C19-87AA-D4513B3BCE17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2626578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594A17D-D58A-5546-3B18-B3725E9A1C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9C22CF-5BE4-42DA-838A-CB91C3ABBA07}" type="datetime1">
              <a:rPr lang="en-AU" smtClean="0"/>
              <a:t>2/09/2025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0D1A884-0E02-0879-D1A1-5CD4B300C6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8C66FF-E7F0-030F-7376-9C7C8E2A1E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ACA90-E1C3-4C19-87AA-D4513B3BCE17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507089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725E08-4010-F441-543A-E739C84A1B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8D173F-4647-9DA8-3C78-F65341B4EE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614A77-8CFC-B9D3-4CFF-A9C1BE8956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1A0054B-DEB8-3435-1F0C-615ECC015A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39736B-9FE1-4417-B95D-22EF47749343}" type="datetime1">
              <a:rPr lang="en-AU" smtClean="0"/>
              <a:t>2/09/2025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4E799B-9B94-5D1B-F2FA-B3D03BED35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D8E96B-B909-5FD4-436A-67FB9E0517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ACA90-E1C3-4C19-87AA-D4513B3BCE17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443915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3A5D6E-A3BB-2CD3-3D99-9B5FF87557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AF0721C-C3DE-EE46-846D-A79BBEC50FD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5AF031-08E6-8BDA-14BB-968FA04889F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1033F4-FCD2-84E7-9DA4-3961DDBAFB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BCE44F-9EBC-4872-B08B-08D7E0E11A83}" type="datetime1">
              <a:rPr lang="en-AU" smtClean="0"/>
              <a:t>2/09/2025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49B56F5-A035-D88B-301D-B95F439FBF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61CEF64-8C79-39CB-0D82-91EED0B094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ACA90-E1C3-4C19-87AA-D4513B3BCE17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290735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D834A2-C788-B6B5-E57B-517B62FC3A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4EB2093-29DD-E64B-BEF6-A45178A359A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510453-0258-7226-C788-EC3BDB562C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2251AA-B4A0-49F3-9766-915F64A70B62}" type="datetime1">
              <a:rPr lang="en-AU" smtClean="0"/>
              <a:t>2/09/2025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882347-94EC-E816-F6BA-C477FD5C5E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5935AA-EB81-AEAD-3F83-C033B8F13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ACA90-E1C3-4C19-87AA-D4513B3BCE17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991190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942E50F-F22E-63E6-78D7-EFCA5784A8A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7CCC860-9F56-C34D-4229-4298F8C6FC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67EA38-89F1-27CC-C083-5B1C2BE25D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10115E-3D8A-4DAA-87FA-D3DD73D050DC}" type="datetime1">
              <a:rPr lang="en-AU" smtClean="0"/>
              <a:t>2/09/2025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F63B92-ADAE-45A0-A0E6-63AB17F9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E6A429-2277-DF3D-7AB6-9FAE8712F3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ACA90-E1C3-4C19-87AA-D4513B3BCE17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446074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2BF07B8-E016-AC55-2AB1-6746D43A37B5}"/>
              </a:ext>
            </a:extLst>
          </p:cNvPr>
          <p:cNvSpPr/>
          <p:nvPr userDrawn="1"/>
        </p:nvSpPr>
        <p:spPr>
          <a:xfrm>
            <a:off x="2895600" y="228600"/>
            <a:ext cx="6400800" cy="6400800"/>
          </a:xfrm>
          <a:prstGeom prst="rect">
            <a:avLst/>
          </a:prstGeom>
          <a:blipFill dpi="0" rotWithShape="1">
            <a:blip r:embed="rId13">
              <a:alphaModFix amt="3000"/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116B0E1-9E7F-1492-DEE4-8760C5D63B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A55374-AE63-F136-FC33-8130421A2B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9C30DE-80AB-B8C8-051A-2FE75A86F60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A594CD-256C-4B5B-A5E3-932D9DC43440}" type="datetime1">
              <a:rPr lang="en-AU" smtClean="0"/>
              <a:t>2/09/2025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7349BA-7C2F-C851-CA38-B16DB61855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B3264D-FEA9-9801-3CD3-93F6229DABC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DACA90-E1C3-4C19-87AA-D4513B3BCE17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441924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A05DB3-B159-E31B-C1F7-63722E7D6BD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02212" y="2898066"/>
            <a:ext cx="9587571" cy="1458280"/>
          </a:xfrm>
        </p:spPr>
        <p:txBody>
          <a:bodyPr>
            <a:noAutofit/>
          </a:bodyPr>
          <a:lstStyle/>
          <a:p>
            <a:r>
              <a:rPr lang="en-US" sz="5000" b="1" dirty="0" err="1">
                <a:solidFill>
                  <a:srgbClr val="05338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Nhận</a:t>
            </a:r>
            <a:r>
              <a:rPr lang="en-US" sz="5000" b="1" dirty="0">
                <a:solidFill>
                  <a:srgbClr val="05338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000" b="1" dirty="0" err="1">
                <a:solidFill>
                  <a:srgbClr val="05338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diện</a:t>
            </a:r>
            <a:r>
              <a:rPr lang="en-US" sz="5000" b="1" dirty="0">
                <a:solidFill>
                  <a:srgbClr val="05338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000" b="1" dirty="0" err="1">
                <a:solidFill>
                  <a:srgbClr val="05338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cảm</a:t>
            </a:r>
            <a:r>
              <a:rPr lang="en-US" sz="5000" b="1" dirty="0">
                <a:solidFill>
                  <a:srgbClr val="05338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000" b="1" dirty="0" err="1">
                <a:solidFill>
                  <a:srgbClr val="05338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xúc</a:t>
            </a:r>
            <a:r>
              <a:rPr lang="en-US" sz="5000" b="1" dirty="0">
                <a:solidFill>
                  <a:srgbClr val="05338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000" b="1" dirty="0" err="1">
                <a:solidFill>
                  <a:srgbClr val="05338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từ</a:t>
            </a:r>
            <a:r>
              <a:rPr lang="en-US" sz="5000" b="1" dirty="0">
                <a:solidFill>
                  <a:srgbClr val="05338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000" b="1" dirty="0" err="1">
                <a:solidFill>
                  <a:srgbClr val="05338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văn</a:t>
            </a:r>
            <a:r>
              <a:rPr lang="en-US" sz="5000" b="1" dirty="0">
                <a:solidFill>
                  <a:srgbClr val="05338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000" b="1" dirty="0" err="1">
                <a:solidFill>
                  <a:srgbClr val="05338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bản</a:t>
            </a:r>
            <a:r>
              <a:rPr lang="en-US" sz="5000" b="1" dirty="0">
                <a:solidFill>
                  <a:srgbClr val="05338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000" b="1" dirty="0" err="1">
                <a:solidFill>
                  <a:srgbClr val="05338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tiếng</a:t>
            </a:r>
            <a:r>
              <a:rPr lang="en-US" sz="5000" b="1" dirty="0">
                <a:solidFill>
                  <a:srgbClr val="05338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Việt </a:t>
            </a:r>
            <a:r>
              <a:rPr lang="en-US" sz="5000" b="1" dirty="0" err="1">
                <a:solidFill>
                  <a:srgbClr val="05338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bằng</a:t>
            </a:r>
            <a:r>
              <a:rPr lang="en-US" sz="5000" b="1" dirty="0">
                <a:solidFill>
                  <a:srgbClr val="05338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000" b="1" dirty="0" err="1">
                <a:solidFill>
                  <a:srgbClr val="05338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mô</a:t>
            </a:r>
            <a:r>
              <a:rPr lang="en-US" sz="5000" b="1" dirty="0">
                <a:solidFill>
                  <a:srgbClr val="05338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000" b="1" dirty="0" err="1">
                <a:solidFill>
                  <a:srgbClr val="05338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hình</a:t>
            </a:r>
            <a:r>
              <a:rPr lang="en-US" sz="5000" b="1" dirty="0">
                <a:solidFill>
                  <a:srgbClr val="05338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NLP</a:t>
            </a:r>
            <a:endParaRPr lang="en-AU" sz="5000" b="1" dirty="0">
              <a:solidFill>
                <a:srgbClr val="053384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C7F5B1E-1CA5-6E47-A24C-3B970BC6717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96321" y="2044109"/>
            <a:ext cx="8799351" cy="1038708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b="1" dirty="0">
                <a:cs typeface="Arial" panose="020B0604020202020204" pitchFamily="34" charset="0"/>
              </a:rPr>
              <a:t>BÁO CÁO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b="1" dirty="0">
                <a:cs typeface="Arial" panose="020B0604020202020204" pitchFamily="34" charset="0"/>
              </a:rPr>
              <a:t>KHÓA LUẬN TỐT NGHIỆP</a:t>
            </a:r>
            <a:endParaRPr lang="en-AU" b="1" dirty="0">
              <a:cs typeface="Arial" panose="020B0604020202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F3738A5-7603-E0CC-6F2E-3383359E382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76645" y="512441"/>
            <a:ext cx="1038708" cy="1038708"/>
          </a:xfrm>
          <a:prstGeom prst="rect">
            <a:avLst/>
          </a:prstGeom>
          <a:noFill/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2286185-8E11-F0F4-B66E-994BE542D48F}"/>
              </a:ext>
            </a:extLst>
          </p:cNvPr>
          <p:cNvSpPr txBox="1"/>
          <p:nvPr/>
        </p:nvSpPr>
        <p:spPr>
          <a:xfrm>
            <a:off x="5600094" y="1524755"/>
            <a:ext cx="99181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ISO 9001:2015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E1F16EE-5C1A-BE30-1BE5-7716B1C84704}"/>
              </a:ext>
            </a:extLst>
          </p:cNvPr>
          <p:cNvSpPr txBox="1"/>
          <p:nvPr/>
        </p:nvSpPr>
        <p:spPr>
          <a:xfrm>
            <a:off x="1302212" y="4661177"/>
            <a:ext cx="49360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Giảng</a:t>
            </a:r>
            <a:r>
              <a:rPr lang="en-US" dirty="0"/>
              <a:t> </a:t>
            </a:r>
            <a:r>
              <a:rPr lang="en-US" dirty="0" err="1"/>
              <a:t>viên</a:t>
            </a:r>
            <a:r>
              <a:rPr lang="en-US" dirty="0"/>
              <a:t> </a:t>
            </a:r>
            <a:r>
              <a:rPr lang="en-US" dirty="0" err="1"/>
              <a:t>hướng</a:t>
            </a:r>
            <a:r>
              <a:rPr lang="en-US" dirty="0"/>
              <a:t> </a:t>
            </a:r>
            <a:r>
              <a:rPr lang="en-US" dirty="0" err="1"/>
              <a:t>dẫn</a:t>
            </a:r>
            <a:r>
              <a:rPr lang="en-US" dirty="0"/>
              <a:t>: </a:t>
            </a:r>
            <a:r>
              <a:rPr lang="en-US" b="1" dirty="0"/>
              <a:t>TS. Nguyễn </a:t>
            </a:r>
            <a:r>
              <a:rPr lang="en-US" b="1" dirty="0" err="1"/>
              <a:t>Nhứt</a:t>
            </a:r>
            <a:r>
              <a:rPr lang="en-US" b="1" dirty="0"/>
              <a:t> Lam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E08DAE-00A5-67E2-9F16-346471A09862}"/>
              </a:ext>
            </a:extLst>
          </p:cNvPr>
          <p:cNvSpPr txBox="1"/>
          <p:nvPr/>
        </p:nvSpPr>
        <p:spPr>
          <a:xfrm>
            <a:off x="6591904" y="4661177"/>
            <a:ext cx="493602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Sinh </a:t>
            </a:r>
            <a:r>
              <a:rPr lang="en-US" dirty="0" err="1"/>
              <a:t>viên</a:t>
            </a:r>
            <a:r>
              <a:rPr lang="en-US" dirty="0"/>
              <a:t> </a:t>
            </a:r>
            <a:r>
              <a:rPr lang="en-US" dirty="0" err="1"/>
              <a:t>thực</a:t>
            </a:r>
            <a:r>
              <a:rPr lang="en-US" dirty="0"/>
              <a:t> </a:t>
            </a:r>
            <a:r>
              <a:rPr lang="en-US" dirty="0" err="1"/>
              <a:t>hiện</a:t>
            </a:r>
            <a:r>
              <a:rPr lang="en-US" dirty="0"/>
              <a:t>:      </a:t>
            </a:r>
            <a:r>
              <a:rPr lang="en-US" b="1" dirty="0"/>
              <a:t>Dương Văn </a:t>
            </a:r>
            <a:r>
              <a:rPr lang="en-US" b="1" dirty="0" err="1"/>
              <a:t>Hiệp</a:t>
            </a:r>
            <a:endParaRPr lang="en-US" b="1" dirty="0"/>
          </a:p>
          <a:p>
            <a:r>
              <a:rPr lang="en-US" dirty="0" err="1"/>
              <a:t>Mã</a:t>
            </a:r>
            <a:r>
              <a:rPr lang="en-US" dirty="0"/>
              <a:t> </a:t>
            </a:r>
            <a:r>
              <a:rPr lang="en-US" dirty="0" err="1"/>
              <a:t>số</a:t>
            </a:r>
            <a:r>
              <a:rPr lang="en-US" dirty="0"/>
              <a:t> </a:t>
            </a:r>
            <a:r>
              <a:rPr lang="en-US" dirty="0" err="1"/>
              <a:t>sinh</a:t>
            </a:r>
            <a:r>
              <a:rPr lang="en-US" dirty="0"/>
              <a:t> </a:t>
            </a:r>
            <a:r>
              <a:rPr lang="en-US" dirty="0" err="1"/>
              <a:t>viên</a:t>
            </a:r>
            <a:r>
              <a:rPr lang="en-US" dirty="0"/>
              <a:t>:              </a:t>
            </a:r>
            <a:r>
              <a:rPr lang="en-US" b="1" dirty="0"/>
              <a:t>110121209</a:t>
            </a:r>
          </a:p>
          <a:p>
            <a:r>
              <a:rPr lang="en-US" dirty="0" err="1"/>
              <a:t>Mã</a:t>
            </a:r>
            <a:r>
              <a:rPr lang="en-US" dirty="0"/>
              <a:t> </a:t>
            </a:r>
            <a:r>
              <a:rPr lang="en-US" dirty="0" err="1"/>
              <a:t>lớp</a:t>
            </a:r>
            <a:r>
              <a:rPr lang="en-US" dirty="0"/>
              <a:t>:		        </a:t>
            </a:r>
            <a:r>
              <a:rPr lang="en-US" b="1" dirty="0"/>
              <a:t>DA21TTB</a:t>
            </a:r>
          </a:p>
        </p:txBody>
      </p:sp>
    </p:spTree>
    <p:extLst>
      <p:ext uri="{BB962C8B-B14F-4D97-AF65-F5344CB8AC3E}">
        <p14:creationId xmlns:p14="http://schemas.microsoft.com/office/powerpoint/2010/main" val="30552615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E05ADA-C6FE-7E3C-F98F-CD609F2ECF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4ED27F-8F64-912E-B5E6-ED51FE482E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6DC7BD-5577-1836-330F-9B6A7681B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ACA90-E1C3-4C19-87AA-D4513B3BCE17}" type="slidenum">
              <a:rPr lang="en-AU" smtClean="0"/>
              <a:t>1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2763951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BC8FD9-103C-BE3A-DC56-FCE5C130EE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2C0E4A-F8CF-AE9A-F542-F479F48FCF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703480-3D47-C275-5CC9-E696F7FEAF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ACA90-E1C3-4C19-87AA-D4513B3BCE17}" type="slidenum">
              <a:rPr lang="en-AU" smtClean="0"/>
              <a:t>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586335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Custom 1">
      <a:majorFont>
        <a:latin typeface="Roboto"/>
        <a:ea typeface=""/>
        <a:cs typeface=""/>
      </a:majorFont>
      <a:minorFont>
        <a:latin typeface="Apto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75</TotalTime>
  <Words>56</Words>
  <Application>Microsoft Office PowerPoint</Application>
  <PresentationFormat>Widescreen</PresentationFormat>
  <Paragraphs>12</Paragraphs>
  <Slides>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Aptos</vt:lpstr>
      <vt:lpstr>Arial</vt:lpstr>
      <vt:lpstr>Roboto</vt:lpstr>
      <vt:lpstr>Times New Roman</vt:lpstr>
      <vt:lpstr>Office Theme</vt:lpstr>
      <vt:lpstr>Nhận diện cảm xúc từ văn bản tiếng Việt bằng mô hình NLP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user</dc:creator>
  <cp:lastModifiedBy>VANHIEP</cp:lastModifiedBy>
  <cp:revision>38</cp:revision>
  <dcterms:created xsi:type="dcterms:W3CDTF">2025-08-31T05:07:06Z</dcterms:created>
  <dcterms:modified xsi:type="dcterms:W3CDTF">2025-09-02T03:43:29Z</dcterms:modified>
</cp:coreProperties>
</file>